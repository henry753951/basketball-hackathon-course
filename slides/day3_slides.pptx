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206240" cy="4206240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37160"/>
            <a:ext cx="17373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858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685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IoU 關聯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ByteTrack 追蹤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讓每個球員在畫面中保有「身分」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總覽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568196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今日目標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69164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理解跨影格關聯（tracking）的基本問題，學會用 ByteTrack 幫每個球員分配穩定的 track ID，並把追蹤結果整合進 BEV 位置資料。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2854452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8544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606040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d3_01｜Detection IoU 與跨影格關聯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2935224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用真實 detector 輸出建立相鄰 frame 的 player boxes，計算 IoU matrix，觀察其限制。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3528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183380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4183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508760" y="3934968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d3_02｜YOLO Tracking 與 ByteTrack ID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4264152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model.track(tracker="bytetrack.yaml") 產生 track_id，輸出含 ID 的短片段與 JSON。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172456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5512308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" y="55123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508760" y="5263896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d3_03｜ByteTrack-to-BEV 整合輸出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5593080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整合偵測、ByteTrack、球場關鍵點 Homography 與 BEV 投影，輸出結構化位置資料表。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今日總覽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389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IoU 是什麼？為什麼追蹤不能只靠它？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2F4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白話解釋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56816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IoU（Intersection over Union）就是兩個框「重疊程度」的比例：重疊面積 ÷ 兩框聯集面積。球員動作快或被擋住時，前後兩個 frame 的框可能幾乎不重疊，只看 IoU 容易誤判成不同人或直接跟丟。ByteTrack 比較聰明，它同時參考高、低信心的偵測框，還會保留每個 track 的「狀態記憶」，而不只是比對單一 frame 的重疊率。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IoU 只比較「這一刻」的框，遮擋、快速移動時容易失準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ByteTrack 同時考慮高低信心 detections 與 track 狀態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track_id 是後續 BEV 路徑與戰術資料表的主鍵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89320" y="1508760"/>
            <a:ext cx="5653735" cy="4709160"/>
          </a:xfrm>
          <a:prstGeom prst="roundRect">
            <a:avLst>
              <a:gd name="adj" fmla="val 1942"/>
            </a:avLst>
          </a:prstGeom>
          <a:solidFill>
            <a:srgbClr val="FAFBFD"/>
          </a:solidFill>
          <a:ln/>
        </p:spPr>
      </p:sp>
      <p:sp>
        <p:nvSpPr>
          <p:cNvPr id="11" name="Shape 8"/>
          <p:cNvSpPr/>
          <p:nvPr/>
        </p:nvSpPr>
        <p:spPr>
          <a:xfrm>
            <a:off x="6425781" y="2162556"/>
            <a:ext cx="2702198" cy="1445666"/>
          </a:xfrm>
          <a:prstGeom prst="roundRect">
            <a:avLst>
              <a:gd name="adj" fmla="val 3795"/>
            </a:avLst>
          </a:prstGeom>
          <a:solidFill>
            <a:srgbClr val="E8622D">
              <a:alpha val="45000"/>
            </a:srgbClr>
          </a:solidFill>
          <a:ln w="22225">
            <a:solidFill>
              <a:srgbClr val="E862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6881" y="2927909"/>
            <a:ext cx="2702198" cy="1445666"/>
          </a:xfrm>
          <a:prstGeom prst="roundRect">
            <a:avLst>
              <a:gd name="adj" fmla="val 3795"/>
            </a:avLst>
          </a:prstGeom>
          <a:solidFill>
            <a:srgbClr val="1C2541">
              <a:alpha val="55000"/>
            </a:srgbClr>
          </a:solidFill>
          <a:ln w="22225">
            <a:solidFill>
              <a:srgbClr val="1C2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34341" y="1842516"/>
            <a:ext cx="3250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Box A（frame t）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685441" y="4390583"/>
            <a:ext cx="3433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Box B（frame t+1）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4756252"/>
            <a:ext cx="5196535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4756252"/>
            <a:ext cx="5196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IoU  =  交集面積 ÷ 聯集面積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5323180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遮擋或快速移動時，前後框重疊變小，只看 IoU 容易跟丟或誤判成不同人。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 · NOTEBOOK 1 · d3_01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Detection IoU 與跨影格關聯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用真實 detector 輸出建立相鄰 frame 的 player boxes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player box 的 IoU matrix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觀察純 IoU 關聯在遮擋、快速移動時的限制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讀取參考影片中相鄰的兩個 frame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對兩個 frame 各自執行 YOLO detection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計算並檢視 IoU matrix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相鄰 frame 的 IoU matrix 結果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 · NOTEBOOK 2 · d3_02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Tracking 與 ByteTrack ID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Ultralytics 的 tracking mode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ByteTrack 產生的 track_id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輸出含 track ID 的短片段與 JSON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選擇參考影片與 detector 權重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bytetrack.yaml 執行 model.track(...)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 track 紀錄與 annotated 影片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track ID 標註的 preview 影片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track 紀錄 JSON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 · NOTEBOOK 3 · d3_03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ByteTrack-to-BEV 整合輸出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track_id 對應到每個球員的 footpoint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用球場 keypoint 估計 Homography 並投影到 BEV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產出結構化的位置資料表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選擇參考影片、detector 與球場 keypoint 模型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從穩定 frame 開始執行 ByteTrack + BEV 投影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儲存整合影片、JSON 與 CSV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frame/track_id/bbox/footpoint/bev_x/bev_y CSV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整合分析影片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2424989"/>
            <a:ext cx="270662" cy="270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IoU（交並比）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兩個框重疊面積除以聯集面積，用來衡量兩個框有多像同一個物體。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22978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4524146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95" y="242498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4146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Track ID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24146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追蹤演算法分配給同一個物體、跨影格保持不變的編號。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97317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8298485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34" y="2424989"/>
            <a:ext cx="270662" cy="270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98485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ByteTrack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298485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結合高低信心偵測框與追蹤狀態的跨影格關聯演算法。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4253789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RANSAC Inliers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Homography 時，實際符合這個矩陣的對應點數量，越高代表矩陣越可靠。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22978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6" name="Shape 19"/>
          <p:cNvSpPr/>
          <p:nvPr/>
        </p:nvSpPr>
        <p:spPr>
          <a:xfrm>
            <a:off x="4524146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695" y="4253789"/>
            <a:ext cx="270662" cy="2706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24146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Reprojection Error（重投影誤差）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524146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用算好的矩陣把點投影回去後，跟原始點的誤差大小。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97317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31" name="Shape 23"/>
          <p:cNvSpPr/>
          <p:nvPr/>
        </p:nvSpPr>
        <p:spPr>
          <a:xfrm>
            <a:off x="8298485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34" y="4253789"/>
            <a:ext cx="270662" cy="27066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98485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Occlusion（遮擋）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298485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物體被其他物體擋住，是偵測與追蹤最常見的失敗原因之一。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穩定性檢查與課堂提醒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900809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6" y="1950735"/>
            <a:ext cx="284196" cy="2841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27632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track_id 是之後 BEV 路徑與戰術資料表的主鍵；但漏偵、重複框過多或長時間遮擋，ID 仍可能中斷或交換。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95778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731520" y="3142107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3192033"/>
            <a:ext cx="284196" cy="2841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868930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建議從球場關鍵點較穩定的 frame 開始執行整合流程。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037076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4383405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46" y="4433331"/>
            <a:ext cx="284196" cy="2841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110228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若當前 frame 的 Homography 不穩定（inliers 太少、誤差太大），系統會沿用前一個穩定矩陣，而不是硬套不可靠的結果。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278374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8" name="Shape 12"/>
          <p:cNvSpPr/>
          <p:nvPr/>
        </p:nvSpPr>
        <p:spPr>
          <a:xfrm>
            <a:off x="731520" y="5624703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46" y="5674629"/>
            <a:ext cx="284196" cy="2841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351526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Day 3 為止，Roboflow 標註 → YOLO 偵測 → 球場關鍵點 Homography → ByteTrack → BEV 路徑的主流程已經完整串起來。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 ·  Python 籃球運動資料分析課程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穩定性檢查與課堂提醒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完成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1–3 完成了整支球隊、整片球場的分析主線：從座標標定到偵測、追蹤與 BEV 路徑輸出。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2B3A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227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接下來：DAY 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 開始換一個尺度：聚焦在單一球員的投籃動作，分析姿態角度與球的飛行軌跡。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課程簡報</dc:title>
  <dc:subject>PptxGenJS Presentation</dc:subject>
  <dc:creator>Python 籃球運動資料分析課程</dc:creator>
  <cp:lastModifiedBy>Python 籃球運動資料分析課程</cp:lastModifiedBy>
  <cp:revision>1</cp:revision>
  <dcterms:created xsi:type="dcterms:W3CDTF">2026-08-26T19:45:19Z</dcterms:created>
  <dcterms:modified xsi:type="dcterms:W3CDTF">2026-08-26T19:45:19Z</dcterms:modified>
</cp:coreProperties>
</file>