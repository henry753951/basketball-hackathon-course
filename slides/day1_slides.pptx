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206240" cy="4206240"/>
          </a:xfrm>
          <a:prstGeom prst="ellipse">
            <a:avLst/>
          </a:prstGeom>
          <a:solidFill>
            <a:srgbClr val="2B3A6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37160"/>
            <a:ext cx="1737360" cy="1737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68580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8622D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685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座標、Homography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Roboflow 標註起手式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776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從相機視角到球場鳥瞰圖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14984" y="5266944"/>
            <a:ext cx="10161727" cy="0"/>
          </a:xfrm>
          <a:prstGeom prst="line">
            <a:avLst/>
          </a:prstGeom>
          <a:noFill/>
          <a:ln w="19050">
            <a:solidFill>
              <a:srgbClr val="2B3A6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5074920"/>
            <a:ext cx="384048" cy="384048"/>
          </a:xfrm>
          <a:prstGeom prst="ellipse">
            <a:avLst/>
          </a:prstGeom>
          <a:solidFill>
            <a:srgbClr val="E8622D"/>
          </a:solidFill>
          <a:ln w="15875">
            <a:solidFill>
              <a:srgbClr val="E862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29184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座標定位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63392" y="5074920"/>
            <a:ext cx="384048" cy="384048"/>
          </a:xfrm>
          <a:prstGeom prst="ellipse">
            <a:avLst/>
          </a:prstGeom>
          <a:solidFill>
            <a:srgbClr val="1C2541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63392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869616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物件偵測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03824" y="5074920"/>
            <a:ext cx="384048" cy="384048"/>
          </a:xfrm>
          <a:prstGeom prst="ellipse">
            <a:avLst/>
          </a:prstGeom>
          <a:solidFill>
            <a:srgbClr val="1C2541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03824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10048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追蹤系統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444255" y="5074920"/>
            <a:ext cx="384048" cy="384048"/>
          </a:xfrm>
          <a:prstGeom prst="ellipse">
            <a:avLst/>
          </a:prstGeom>
          <a:solidFill>
            <a:srgbClr val="1C2541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44255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950479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姿態軌跡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0984687" y="5074920"/>
            <a:ext cx="384048" cy="384048"/>
          </a:xfrm>
          <a:prstGeom prst="ellipse">
            <a:avLst/>
          </a:prstGeom>
          <a:solidFill>
            <a:srgbClr val="1C2541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84687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490911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整合展示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籃球運動資料分析課程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 總覽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568196"/>
            <a:ext cx="338328" cy="33832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今日目標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1417320" y="169164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學會用「對應點」把斜的相機畫面換算成球場鳥瞰圖，並認識 Roboflow 標註格式，為之後的偵測、追蹤打好地基。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2514600"/>
            <a:ext cx="11094415" cy="1182624"/>
          </a:xfrm>
          <a:prstGeom prst="roundRect">
            <a:avLst>
              <a:gd name="adj" fmla="val 7732"/>
            </a:avLst>
          </a:prstGeom>
          <a:solidFill>
            <a:srgbClr val="F2F4F8"/>
          </a:solidFill>
          <a:ln/>
        </p:spPr>
      </p:sp>
      <p:sp>
        <p:nvSpPr>
          <p:cNvPr id="11" name="Shape 7"/>
          <p:cNvSpPr/>
          <p:nvPr/>
        </p:nvSpPr>
        <p:spPr>
          <a:xfrm>
            <a:off x="731520" y="2854452"/>
            <a:ext cx="502920" cy="502920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28544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2606040"/>
            <a:ext cx="9951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d1_01｜球場 Keypoint 配對與 Homography 標定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1508760" y="2935224"/>
            <a:ext cx="9951415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在球場鳥瞰圖與相機畫面上點出同一個實體位置，算出 Homography 矩陣，並延伸到球員 footpoint 投影。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843528"/>
            <a:ext cx="11094415" cy="1182624"/>
          </a:xfrm>
          <a:prstGeom prst="roundRect">
            <a:avLst>
              <a:gd name="adj" fmla="val 7732"/>
            </a:avLst>
          </a:prstGeom>
          <a:solidFill>
            <a:srgbClr val="F2F4F8"/>
          </a:solidFill>
          <a:ln/>
        </p:spPr>
      </p:sp>
      <p:sp>
        <p:nvSpPr>
          <p:cNvPr id="16" name="Shape 12"/>
          <p:cNvSpPr/>
          <p:nvPr/>
        </p:nvSpPr>
        <p:spPr>
          <a:xfrm>
            <a:off x="731520" y="4183380"/>
            <a:ext cx="502920" cy="502920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41833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508760" y="3934968"/>
            <a:ext cx="9951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d1_02｜Roboflow Court Keypoint Dataset 與 YOLO Pose 微調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1508760" y="4264152"/>
            <a:ext cx="9951415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認識球場關鍵點資料集格式，需要時把 Roboflow COCO keypoint 轉成 YOLO pose，並跑推論 demo。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5172456"/>
            <a:ext cx="11094415" cy="1182624"/>
          </a:xfrm>
          <a:prstGeom prst="roundRect">
            <a:avLst>
              <a:gd name="adj" fmla="val 7732"/>
            </a:avLst>
          </a:prstGeom>
          <a:solidFill>
            <a:srgbClr val="F2F4F8"/>
          </a:solidFill>
          <a:ln/>
        </p:spPr>
      </p:sp>
      <p:sp>
        <p:nvSpPr>
          <p:cNvPr id="21" name="Shape 17"/>
          <p:cNvSpPr/>
          <p:nvPr/>
        </p:nvSpPr>
        <p:spPr>
          <a:xfrm>
            <a:off x="731520" y="5512308"/>
            <a:ext cx="502920" cy="502920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31520" y="55123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1508760" y="5263896"/>
            <a:ext cx="9951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d1_03｜Roboflow BBOX Dataset 與 YOLO Detection 訓練準備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1508760" y="5593080"/>
            <a:ext cx="9951415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定義籃球偵測類別與資料夾結構，用已訓練 detector 對真實影片做檢查。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  ·  Python 籃球運動資料分析課程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今日總覽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389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Homography 是什麼？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2F4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664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白話解釋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956816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想像你拿手機斜著拍球場，畫面裡的線又歪又有遠近感。Homography 就像一把「攤平尺」：只要在照片和球場地圖上各點出至少 4 個相同的實際位置（例如邊線交點），電腦就能算出一個矩陣，把整張斜的照片「攤平」成正的球場地圖。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70332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至少需要 4 組「相機座標 ↔ 球場座標」的對應點</a:t>
            </a:r>
            <a:endParaRPr lang="en-US" sz="1350" dirty="0"/>
          </a:p>
          <a:p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同一個矩陣可以套用到畫面上任何一點，包含球員腳底位置（footpoint）</a:t>
            </a:r>
            <a:endParaRPr lang="en-US" sz="1350" dirty="0"/>
          </a:p>
          <a:p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2、Day 3 的 BEV 投影，都建立在這個矩陣之上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89320" y="1508760"/>
            <a:ext cx="5653735" cy="4709160"/>
          </a:xfrm>
          <a:prstGeom prst="roundRect">
            <a:avLst>
              <a:gd name="adj" fmla="val 1942"/>
            </a:avLst>
          </a:prstGeom>
          <a:solidFill>
            <a:srgbClr val="FAFBFD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920" y="1992478"/>
            <a:ext cx="2078614" cy="1275588"/>
          </a:xfrm>
          <a:prstGeom prst="trapezoid">
            <a:avLst/>
          </a:prstGeom>
          <a:solidFill>
            <a:srgbClr val="FFFFFF"/>
          </a:solidFill>
          <a:ln w="25400">
            <a:solidFill>
              <a:srgbClr val="1C254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35040" y="3341218"/>
            <a:ext cx="24443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相機畫面（斜的）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335841" y="1992478"/>
            <a:ext cx="2078614" cy="1275588"/>
          </a:xfrm>
          <a:prstGeom prst="rect">
            <a:avLst/>
          </a:prstGeom>
          <a:solidFill>
            <a:srgbClr val="FFFFFF"/>
          </a:solidFill>
          <a:ln w="25400">
            <a:solidFill>
              <a:srgbClr val="E862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52961" y="3341218"/>
            <a:ext cx="24443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球場鳥瞰圖 BEV（正的）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433694" y="2511400"/>
            <a:ext cx="764987" cy="237744"/>
          </a:xfrm>
          <a:prstGeom prst="rightArrow">
            <a:avLst/>
          </a:prstGeom>
          <a:solidFill>
            <a:srgbClr val="E8622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342254" y="1489558"/>
            <a:ext cx="9478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Homography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矩陣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41504" y="1974190"/>
            <a:ext cx="109728" cy="109728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18" name="Shape 15"/>
          <p:cNvSpPr/>
          <p:nvPr/>
        </p:nvSpPr>
        <p:spPr>
          <a:xfrm>
            <a:off x="9390705" y="2047342"/>
            <a:ext cx="109728" cy="109728"/>
          </a:xfrm>
          <a:prstGeom prst="ellipse">
            <a:avLst/>
          </a:prstGeom>
          <a:solidFill>
            <a:srgbClr val="E8622D"/>
          </a:solidFill>
          <a:ln/>
        </p:spPr>
      </p:sp>
      <p:sp>
        <p:nvSpPr>
          <p:cNvPr id="19" name="Shape 16"/>
          <p:cNvSpPr/>
          <p:nvPr/>
        </p:nvSpPr>
        <p:spPr>
          <a:xfrm>
            <a:off x="7672950" y="1974190"/>
            <a:ext cx="109728" cy="109728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20" name="Shape 17"/>
          <p:cNvSpPr/>
          <p:nvPr/>
        </p:nvSpPr>
        <p:spPr>
          <a:xfrm>
            <a:off x="11268151" y="2047342"/>
            <a:ext cx="109728" cy="109728"/>
          </a:xfrm>
          <a:prstGeom prst="ellipse">
            <a:avLst/>
          </a:prstGeom>
          <a:solidFill>
            <a:srgbClr val="E8622D"/>
          </a:solidFill>
          <a:ln/>
        </p:spPr>
      </p:sp>
      <p:sp>
        <p:nvSpPr>
          <p:cNvPr id="21" name="Shape 18"/>
          <p:cNvSpPr/>
          <p:nvPr/>
        </p:nvSpPr>
        <p:spPr>
          <a:xfrm>
            <a:off x="6342637" y="3213202"/>
            <a:ext cx="109728" cy="109728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22" name="Shape 19"/>
          <p:cNvSpPr/>
          <p:nvPr/>
        </p:nvSpPr>
        <p:spPr>
          <a:xfrm>
            <a:off x="9390705" y="3121762"/>
            <a:ext cx="109728" cy="109728"/>
          </a:xfrm>
          <a:prstGeom prst="ellipse">
            <a:avLst/>
          </a:prstGeom>
          <a:solidFill>
            <a:srgbClr val="E8622D"/>
          </a:solidFill>
          <a:ln/>
        </p:spPr>
      </p:sp>
      <p:sp>
        <p:nvSpPr>
          <p:cNvPr id="23" name="Shape 20"/>
          <p:cNvSpPr/>
          <p:nvPr/>
        </p:nvSpPr>
        <p:spPr>
          <a:xfrm>
            <a:off x="8171817" y="3213202"/>
            <a:ext cx="109728" cy="109728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24" name="Shape 21"/>
          <p:cNvSpPr/>
          <p:nvPr/>
        </p:nvSpPr>
        <p:spPr>
          <a:xfrm>
            <a:off x="11268151" y="3121762"/>
            <a:ext cx="109728" cy="109728"/>
          </a:xfrm>
          <a:prstGeom prst="ellipse">
            <a:avLst/>
          </a:prstGeom>
          <a:solidFill>
            <a:srgbClr val="E8622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217920" y="4203497"/>
            <a:ext cx="5196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 4 組對應點 → 算出同一個 Homography 矩陣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4798771"/>
            <a:ext cx="5196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任何相機畫面上的點，套用同一矩陣都能換算成 BEV 座標——包括球員的 footpoint。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  ·  Python 籃球運動資料分析課程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 · NOTEBOOK 1 · d1_01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1323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球場 Keypoint 配對與 Homography 標定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34" y="2217054"/>
            <a:ext cx="284196" cy="2841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BEV 球場圖與相機畫面各選出對應的實體位置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用至少 4 組對應點計算 Homography 矩陣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點選任意畫面位置，即時看到投影到 BEV 的結果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4322978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2" name="Shape 8"/>
          <p:cNvSpPr/>
          <p:nvPr/>
        </p:nvSpPr>
        <p:spPr>
          <a:xfrm>
            <a:off x="4524146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073" y="2217054"/>
            <a:ext cx="284196" cy="2841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08778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課程流程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79010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初始化課程環境，載入 BEV 球場參考圖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用配對工具建立 camera↔BEV 對應點 JSON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 Homography，並延伸套用到球員 footpoint</a:t>
            </a:r>
            <a:endParaRPr lang="en-US" sz="1180" dirty="0"/>
          </a:p>
        </p:txBody>
      </p:sp>
      <p:sp>
        <p:nvSpPr>
          <p:cNvPr id="16" name="Shape 11"/>
          <p:cNvSpPr/>
          <p:nvPr/>
        </p:nvSpPr>
        <p:spPr>
          <a:xfrm>
            <a:off x="8097317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7" name="Shape 12"/>
          <p:cNvSpPr/>
          <p:nvPr/>
        </p:nvSpPr>
        <p:spPr>
          <a:xfrm>
            <a:off x="8298485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11" y="2217054"/>
            <a:ext cx="284196" cy="2841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783117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完成產出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353349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d1_01_bev_keypoint_reference.png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d1_01_homography_pairs.png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d1_01_projected_footpoint.png</a:t>
            </a:r>
            <a:endParaRPr lang="en-US" sz="118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  ·  Python 籃球運動資料分析課程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 · NOTEBOOK 2 · d1_02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1323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Roboflow Court Keypoint Dataset 與 YOLO Pose 微調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34" y="2217054"/>
            <a:ext cx="284196" cy="2841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認識球場關鍵點資料集的資料夾與標註欄位格式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需要時把 Roboflow COCO keypoint 轉成 YOLO pose 格式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用課程權重對參考影片跑 keypoint 推論 demo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4322978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2" name="Shape 8"/>
          <p:cNvSpPr/>
          <p:nvPr/>
        </p:nvSpPr>
        <p:spPr>
          <a:xfrm>
            <a:off x="4524146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073" y="2217054"/>
            <a:ext cx="284196" cy="2841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08778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課程流程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79010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檢查資料集與模型權重是否齊全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視需要執行 COCO → YOLO Pose 轉換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TRAIN_MODE 決定是否微調，輸出 demo 影片</a:t>
            </a:r>
            <a:endParaRPr lang="en-US" sz="1180" dirty="0"/>
          </a:p>
        </p:txBody>
      </p:sp>
      <p:sp>
        <p:nvSpPr>
          <p:cNvPr id="16" name="Shape 11"/>
          <p:cNvSpPr/>
          <p:nvPr/>
        </p:nvSpPr>
        <p:spPr>
          <a:xfrm>
            <a:off x="8097317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7" name="Shape 12"/>
          <p:cNvSpPr/>
          <p:nvPr/>
        </p:nvSpPr>
        <p:spPr>
          <a:xfrm>
            <a:off x="8298485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11" y="2217054"/>
            <a:ext cx="284196" cy="2841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783117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完成產出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353349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roboflow_court_yolo_pose/ 轉換後資料集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court keypoint 推論 demo 影片</a:t>
            </a:r>
            <a:endParaRPr lang="en-US" sz="118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  ·  Python 籃球運動資料分析課程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 · NOTEBOOK 3 · d1_03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1323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Roboflow BBOX Dataset 與 YOLO Detection 訓練準備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34" y="2217054"/>
            <a:ext cx="284196" cy="2841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建立籃球偵測 10 大類別的規格與資料夾結構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Roboflow YOLO 匯出格式能被 Ultralytics 讀取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用教師提供的 detector 權重跑真實影片偵測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4322978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2" name="Shape 8"/>
          <p:cNvSpPr/>
          <p:nvPr/>
        </p:nvSpPr>
        <p:spPr>
          <a:xfrm>
            <a:off x="4524146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073" y="2217054"/>
            <a:ext cx="284196" cy="2841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08778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課程流程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79010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確認偵測類別與 Roboflow export 結構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 roboflow_bbox_yolo/ 資料夾內容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用已訓練 detector 對參考影片 frame 推論</a:t>
            </a:r>
            <a:endParaRPr lang="en-US" sz="1180" dirty="0"/>
          </a:p>
        </p:txBody>
      </p:sp>
      <p:sp>
        <p:nvSpPr>
          <p:cNvPr id="16" name="Shape 11"/>
          <p:cNvSpPr/>
          <p:nvPr/>
        </p:nvSpPr>
        <p:spPr>
          <a:xfrm>
            <a:off x="8097317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7" name="Shape 12"/>
          <p:cNvSpPr/>
          <p:nvPr/>
        </p:nvSpPr>
        <p:spPr>
          <a:xfrm>
            <a:off x="8298485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11" y="2217054"/>
            <a:ext cx="284196" cy="2841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783117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完成產出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353349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通過檢查的 bbox 資料集結構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真實影片 frame 的偵測結果</a:t>
            </a:r>
            <a:endParaRPr lang="en-US" sz="118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  ·  Python 籃球運動資料分析課程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關鍵名詞速查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6" name="Shape 3"/>
          <p:cNvSpPr/>
          <p:nvPr/>
        </p:nvSpPr>
        <p:spPr>
          <a:xfrm>
            <a:off x="749808" y="23774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7" y="2424989"/>
            <a:ext cx="270662" cy="27066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9808" y="28346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Homography（單應性矩陣）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32186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把同一平面上兩種視角座標互相轉換的矩陣。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22978" y="21945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11" name="Shape 7"/>
          <p:cNvSpPr/>
          <p:nvPr/>
        </p:nvSpPr>
        <p:spPr>
          <a:xfrm>
            <a:off x="4524146" y="23774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695" y="2424989"/>
            <a:ext cx="270662" cy="27066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24146" y="28346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Keypoint（關鍵點）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524146" y="32186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畫面中具名的座標點，例如球場邊線交點。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097317" y="21945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16" name="Shape 11"/>
          <p:cNvSpPr/>
          <p:nvPr/>
        </p:nvSpPr>
        <p:spPr>
          <a:xfrm>
            <a:off x="8298485" y="23774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6034" y="2424989"/>
            <a:ext cx="270662" cy="27066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298485" y="28346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BEV（鳥瞰圖）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8298485" y="32186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Bird's Eye View，從正上方往下看的球場示意圖。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0233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21" name="Shape 15"/>
          <p:cNvSpPr/>
          <p:nvPr/>
        </p:nvSpPr>
        <p:spPr>
          <a:xfrm>
            <a:off x="749808" y="42062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7" y="4253789"/>
            <a:ext cx="270662" cy="27066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49808" y="46634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Footpoint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749808" y="50474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用球員 bounding box 底邊中心點，近似球員的站立位置。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322978" y="40233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26" name="Shape 19"/>
          <p:cNvSpPr/>
          <p:nvPr/>
        </p:nvSpPr>
        <p:spPr>
          <a:xfrm>
            <a:off x="4524146" y="42062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695" y="4253789"/>
            <a:ext cx="270662" cy="27066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524146" y="46634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Roboflow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4524146" y="50474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線上影像標註平台，可匯出 COCO／YOLO 等格式資料集。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097317" y="40233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31" name="Shape 23"/>
          <p:cNvSpPr/>
          <p:nvPr/>
        </p:nvSpPr>
        <p:spPr>
          <a:xfrm>
            <a:off x="8298485" y="42062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6034" y="4253789"/>
            <a:ext cx="270662" cy="27066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298485" y="46634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Bounding Box（bbox）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8298485" y="50474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框住偵測物體的矩形框。</a:t>
            </a:r>
            <a:endParaRPr lang="en-US" sz="1100" dirty="0"/>
          </a:p>
        </p:txBody>
      </p:sp>
      <p:sp>
        <p:nvSpPr>
          <p:cNvPr id="35" name="Text 26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  ·  Python 籃球運動資料分析課程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關鍵名詞速查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資料位置與課堂提醒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4415" cy="1076706"/>
          </a:xfrm>
          <a:prstGeom prst="roundRect">
            <a:avLst>
              <a:gd name="adj" fmla="val 8493"/>
            </a:avLst>
          </a:prstGeom>
          <a:solidFill>
            <a:srgbClr val="F2F4F8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1900809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46" y="1950735"/>
            <a:ext cx="284196" cy="2841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627632"/>
            <a:ext cx="10088575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請把配對工具輸出的完整 JSON 覆蓋到 PAIR_DATA_JSON；後續計算只會用其中的 camera_xy / bev_xy，不會重算配對座標。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795778"/>
            <a:ext cx="11094415" cy="1076706"/>
          </a:xfrm>
          <a:prstGeom prst="roundRect">
            <a:avLst>
              <a:gd name="adj" fmla="val 8493"/>
            </a:avLst>
          </a:prstGeom>
          <a:solidFill>
            <a:srgbClr val="F2F4F8"/>
          </a:solidFill>
          <a:ln/>
        </p:spPr>
      </p:sp>
      <p:sp>
        <p:nvSpPr>
          <p:cNvPr id="10" name="Shape 6"/>
          <p:cNvSpPr/>
          <p:nvPr/>
        </p:nvSpPr>
        <p:spPr>
          <a:xfrm>
            <a:off x="731520" y="3142107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46" y="3192033"/>
            <a:ext cx="284196" cy="2841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2868930"/>
            <a:ext cx="10088575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Roboflow keypoint export 需包含 categories[].keypoints、categories[].skeleton，以及每筆 annotation 的 keypoints 欄位。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4037076"/>
            <a:ext cx="11094415" cy="1076706"/>
          </a:xfrm>
          <a:prstGeom prst="roundRect">
            <a:avLst>
              <a:gd name="adj" fmla="val 8493"/>
            </a:avLst>
          </a:prstGeom>
          <a:solidFill>
            <a:srgbClr val="F2F4F8"/>
          </a:solidFill>
          <a:ln/>
        </p:spPr>
      </p:sp>
      <p:sp>
        <p:nvSpPr>
          <p:cNvPr id="14" name="Shape 9"/>
          <p:cNvSpPr/>
          <p:nvPr/>
        </p:nvSpPr>
        <p:spPr>
          <a:xfrm>
            <a:off x="731520" y="4383405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46" y="4433331"/>
            <a:ext cx="284196" cy="28419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4110228"/>
            <a:ext cx="10088575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 detector 共 10 類別：ball、ball-in-basket、number、player、player-in-possession、player-jump-shot、player-layup-dunk、player-shot-block、referee、rim。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5278374"/>
            <a:ext cx="11094415" cy="1076706"/>
          </a:xfrm>
          <a:prstGeom prst="roundRect">
            <a:avLst>
              <a:gd name="adj" fmla="val 8493"/>
            </a:avLst>
          </a:prstGeom>
          <a:solidFill>
            <a:srgbClr val="F2F4F8"/>
          </a:solidFill>
          <a:ln/>
        </p:spPr>
      </p:sp>
      <p:sp>
        <p:nvSpPr>
          <p:cNvPr id="18" name="Shape 12"/>
          <p:cNvSpPr/>
          <p:nvPr/>
        </p:nvSpPr>
        <p:spPr>
          <a:xfrm>
            <a:off x="731520" y="5624703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46" y="5674629"/>
            <a:ext cx="284196" cy="2841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25880" y="5351526"/>
            <a:ext cx="10088575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資料請放在 assets/datasets/roboflow_court_coco（keypoint）與 assets/datasets/roboflow_bbox_yolo（bbox）。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  ·  Python 籃球運動資料分析課程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資料位置與課堂提醒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E862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 完成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 完成：你已經建立 Homography 矩陣、認識球場關鍵點模型，並規劃好偵測資料集格式。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2B3A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3227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接下來：DAY 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661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 將用 YOLO 偵測模型自動找出球員與球，並把偵測框的腳底位置一次投影到 BEV 球場地圖上。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14984" y="5266944"/>
            <a:ext cx="10161727" cy="0"/>
          </a:xfrm>
          <a:prstGeom prst="line">
            <a:avLst/>
          </a:prstGeom>
          <a:noFill/>
          <a:ln w="19050">
            <a:solidFill>
              <a:srgbClr val="2B3A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5074920"/>
            <a:ext cx="384048" cy="384048"/>
          </a:xfrm>
          <a:prstGeom prst="ellipse">
            <a:avLst/>
          </a:prstGeom>
          <a:solidFill>
            <a:srgbClr val="E8622D"/>
          </a:solidFill>
          <a:ln w="15875">
            <a:solidFill>
              <a:srgbClr val="E862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9184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座標定位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63392" y="5074920"/>
            <a:ext cx="384048" cy="384048"/>
          </a:xfrm>
          <a:prstGeom prst="ellipse">
            <a:avLst/>
          </a:prstGeom>
          <a:solidFill>
            <a:srgbClr val="1C2541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63392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69616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物件偵測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03824" y="5074920"/>
            <a:ext cx="384048" cy="384048"/>
          </a:xfrm>
          <a:prstGeom prst="ellipse">
            <a:avLst/>
          </a:prstGeom>
          <a:solidFill>
            <a:srgbClr val="1C2541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03824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10048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追蹤系統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444255" y="5074920"/>
            <a:ext cx="384048" cy="384048"/>
          </a:xfrm>
          <a:prstGeom prst="ellipse">
            <a:avLst/>
          </a:prstGeom>
          <a:solidFill>
            <a:srgbClr val="1C2541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44255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0479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姿態軌跡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984687" y="5074920"/>
            <a:ext cx="384048" cy="384048"/>
          </a:xfrm>
          <a:prstGeom prst="ellipse">
            <a:avLst/>
          </a:prstGeom>
          <a:solidFill>
            <a:srgbClr val="1C2541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84687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490911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整合展示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籃球運動資料分析課程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課程簡報</dc:title>
  <dc:subject>PptxGenJS Presentation</dc:subject>
  <dc:creator>Python 籃球運動資料分析課程</dc:creator>
  <cp:lastModifiedBy>Python 籃球運動資料分析課程</cp:lastModifiedBy>
  <cp:revision>1</cp:revision>
  <dcterms:created xsi:type="dcterms:W3CDTF">2026-08-26T19:45:19Z</dcterms:created>
  <dcterms:modified xsi:type="dcterms:W3CDTF">2026-08-26T19:45:19Z</dcterms:modified>
</cp:coreProperties>
</file>